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22"/>
  </p:notesMasterIdLst>
  <p:handoutMasterIdLst>
    <p:handoutMasterId r:id="rId23"/>
  </p:handoutMasterIdLst>
  <p:sldIdLst>
    <p:sldId id="258" r:id="rId5"/>
    <p:sldId id="284" r:id="rId6"/>
    <p:sldId id="261" r:id="rId7"/>
    <p:sldId id="295" r:id="rId8"/>
    <p:sldId id="263" r:id="rId9"/>
    <p:sldId id="264" r:id="rId10"/>
    <p:sldId id="287" r:id="rId11"/>
    <p:sldId id="267" r:id="rId12"/>
    <p:sldId id="268" r:id="rId13"/>
    <p:sldId id="291" r:id="rId14"/>
    <p:sldId id="273" r:id="rId15"/>
    <p:sldId id="269" r:id="rId16"/>
    <p:sldId id="270" r:id="rId17"/>
    <p:sldId id="293" r:id="rId18"/>
    <p:sldId id="294" r:id="rId19"/>
    <p:sldId id="278" r:id="rId20"/>
    <p:sldId id="29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6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39" autoAdjust="0"/>
  </p:normalViewPr>
  <p:slideViewPr>
    <p:cSldViewPr snapToGrid="0">
      <p:cViewPr varScale="1">
        <p:scale>
          <a:sx n="52" d="100"/>
          <a:sy n="52" d="100"/>
        </p:scale>
        <p:origin x="62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086C934-6375-4D1D-8CE6-4E46436002A3}" type="datetime1">
              <a:rPr lang="en-GB" smtClean="0"/>
              <a:t>09/01/2026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2858E0-3D38-47B7-97D4-4FE08D90D3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A25BC0A-8F03-40C9-A95B-D936CEA53091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ECAD9-32EE-4091-BDA5-6BD15ACC5E58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7934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4674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502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648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71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687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404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833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686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018195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29693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3128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5680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405251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289740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928475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983669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9907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440427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261641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9761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431738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434648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766346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19765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738336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910BA7-633F-4554-8F2B-9BFF6A264E0D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71712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FB8C188-2E1C-46A2-8816-87F3A56A98A1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86714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75AED56-8363-4442-A067-EEB0606B87DC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03744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rtlCol="0"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rtlCol="0"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E01A92-C55D-4CF5-81C4-41F7C79334F3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44628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A816C2-29CC-4A32-B948-B7893F4FF1ED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rtlCol="0"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tet secțiu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3DD8E7C-AAE2-4974-9060-8E46DF1AE08D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en-GB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rtlCol="0"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5921674-E713-441C-B2F9-F9A6E5F44F05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en-GB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rtlCol="0"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5043604-16B7-4693-AF96-22A420903FE8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en-GB" noProof="0" dirty="0"/>
          </a:p>
        </p:txBody>
      </p:sp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rtlCol="0"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BB29A78-B697-437D-9624-30A869AD1C7E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en-GB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6258326-D8D0-4110-9C2B-919D0122436D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12997EE-483E-4854-961E-3D6B44723A9B}" type="datetime1">
              <a:rPr lang="en-GB" noProof="0" smtClean="0"/>
              <a:t>09/01/2026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Footer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Parallelogram 14">
            <a:extLst>
              <a:ext uri="{FF2B5EF4-FFF2-40B4-BE49-F238E27FC236}">
                <a16:creationId xmlns:a16="http://schemas.microsoft.com/office/drawing/2014/main" id="{46DAE07B-1C14-AC94-68CE-5501AD66EDE4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0844D-DB31-45BB-C9DB-3BBD00D8B271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023073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06" r:id="rId22"/>
    <p:sldLayoutId id="2147483708" r:id="rId23"/>
    <p:sldLayoutId id="2147483719" r:id="rId24"/>
    <p:sldLayoutId id="2147483721" r:id="rId25"/>
    <p:sldLayoutId id="2147483726" r:id="rId26"/>
    <p:sldLayoutId id="2147483722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BC527DF-EF9A-A669-A4EC-A1E5E881EF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6" r="2410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09" y="689940"/>
            <a:ext cx="5278120" cy="1685199"/>
          </a:xfrm>
        </p:spPr>
        <p:txBody>
          <a:bodyPr rtlCol="0">
            <a:normAutofit/>
          </a:bodyPr>
          <a:lstStyle/>
          <a:p>
            <a:r>
              <a:rPr lang="en-GB" sz="4400" dirty="0">
                <a:solidFill>
                  <a:srgbClr val="FFC000"/>
                </a:solidFill>
              </a:rPr>
              <a:t>SPACE INVADERS</a:t>
            </a:r>
            <a:br>
              <a:rPr lang="en-GB" sz="4400" dirty="0"/>
            </a:b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Joc 2D cu </a:t>
            </a:r>
            <a:r>
              <a:rPr lang="en-US" sz="2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interfață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grafică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Qt</a:t>
            </a:r>
            <a:endParaRPr lang="en-GB" sz="2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9207" y="5110306"/>
            <a:ext cx="4526280" cy="1279652"/>
          </a:xfrm>
        </p:spPr>
        <p:txBody>
          <a:bodyPr rtlCol="0">
            <a:normAutofit fontScale="92500" lnSpcReduction="10000"/>
          </a:bodyPr>
          <a:lstStyle/>
          <a:p>
            <a:r>
              <a:rPr lang="en-GB" sz="2000" dirty="0"/>
              <a:t>Grupa 1411B</a:t>
            </a:r>
            <a:br>
              <a:rPr lang="en-GB" sz="2000" dirty="0"/>
            </a:br>
            <a:r>
              <a:rPr lang="en-US" sz="2000" dirty="0"/>
              <a:t>Catan</a:t>
            </a:r>
            <a:r>
              <a:rPr lang="ro-RO" sz="2000" dirty="0"/>
              <a:t>ă Ricardo-Marcelin</a:t>
            </a:r>
          </a:p>
          <a:p>
            <a:r>
              <a:rPr lang="ro-RO" sz="2000" dirty="0">
                <a:latin typeface="+mj-lt"/>
              </a:rPr>
              <a:t>Hură Nicu Andrei</a:t>
            </a:r>
          </a:p>
          <a:p>
            <a:r>
              <a:rPr lang="ro-RO" sz="2000" dirty="0">
                <a:latin typeface="+mj-lt"/>
              </a:rPr>
              <a:t>Chiriac Raluca-ȘTefania</a:t>
            </a:r>
          </a:p>
          <a:p>
            <a:endParaRPr lang="en-GB" sz="2000" dirty="0">
              <a:latin typeface="+mj-lt"/>
            </a:endParaRP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C36E1E59-955A-D485-B597-079026F52DEB}"/>
              </a:ext>
            </a:extLst>
          </p:cNvPr>
          <p:cNvSpPr txBox="1"/>
          <p:nvPr/>
        </p:nvSpPr>
        <p:spPr>
          <a:xfrm>
            <a:off x="8019403" y="36130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Proiect</a:t>
            </a:r>
            <a:r>
              <a:rPr lang="en-GB" sz="1400" dirty="0"/>
              <a:t> </a:t>
            </a:r>
            <a:r>
              <a:rPr lang="en-GB" sz="1400" dirty="0" err="1"/>
              <a:t>realizat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cadrul</a:t>
            </a:r>
            <a:r>
              <a:rPr lang="en-GB" sz="1400" dirty="0"/>
              <a:t> </a:t>
            </a:r>
            <a:r>
              <a:rPr lang="ro-RO" sz="1400" dirty="0"/>
              <a:t>cursului</a:t>
            </a:r>
            <a:br>
              <a:rPr lang="en-GB" sz="1400" dirty="0"/>
            </a:br>
            <a:r>
              <a:rPr lang="en-GB" sz="1400" b="1" dirty="0" err="1"/>
              <a:t>Proiectarea</a:t>
            </a:r>
            <a:r>
              <a:rPr lang="en-GB" sz="1400" b="1" dirty="0"/>
              <a:t> </a:t>
            </a:r>
            <a:r>
              <a:rPr lang="en-GB" sz="1400" b="1" dirty="0" err="1"/>
              <a:t>Interfețelor</a:t>
            </a:r>
            <a:r>
              <a:rPr lang="en-GB" sz="1400" b="1" dirty="0"/>
              <a:t> </a:t>
            </a:r>
            <a:r>
              <a:rPr lang="en-GB" sz="1400" b="1" dirty="0" err="1"/>
              <a:t>Utilizator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1792B47-FDDA-C366-2EAF-E68462327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838137"/>
            <a:ext cx="6238435" cy="4868609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Proiectul</a:t>
            </a:r>
            <a:r>
              <a:rPr lang="en-US" dirty="0"/>
              <a:t> „Space Invaders” </a:t>
            </a:r>
            <a:r>
              <a:rPr lang="en-US" dirty="0" err="1"/>
              <a:t>constă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joc</a:t>
            </a:r>
            <a:r>
              <a:rPr lang="en-US" dirty="0"/>
              <a:t> 2D </a:t>
            </a:r>
            <a:r>
              <a:rPr lang="en-US" dirty="0" err="1"/>
              <a:t>interactiv</a:t>
            </a:r>
            <a:r>
              <a:rPr lang="en-US" dirty="0"/>
              <a:t>,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Python,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PyQt6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interfeței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. </a:t>
            </a:r>
            <a:r>
              <a:rPr lang="en-US" dirty="0" err="1"/>
              <a:t>Jocul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inspirat</a:t>
            </a:r>
            <a:r>
              <a:rPr lang="en-US" dirty="0"/>
              <a:t> din </a:t>
            </a:r>
            <a:r>
              <a:rPr lang="en-US" dirty="0" err="1"/>
              <a:t>clasicul</a:t>
            </a:r>
            <a:r>
              <a:rPr lang="en-US" dirty="0"/>
              <a:t> „Space Invaders”, </a:t>
            </a:r>
            <a:r>
              <a:rPr lang="en-US" dirty="0" err="1"/>
              <a:t>având</a:t>
            </a:r>
            <a:r>
              <a:rPr lang="en-US" dirty="0"/>
              <a:t> ca scop </a:t>
            </a:r>
            <a:r>
              <a:rPr lang="en-US" dirty="0" err="1"/>
              <a:t>recrearea</a:t>
            </a:r>
            <a:r>
              <a:rPr lang="en-US" dirty="0"/>
              <a:t> </a:t>
            </a:r>
            <a:r>
              <a:rPr lang="en-US" dirty="0" err="1"/>
              <a:t>mecanicilor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 ale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modernă</a:t>
            </a:r>
            <a:r>
              <a:rPr lang="en-US" dirty="0"/>
              <a:t>, cu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intuitivă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structură</a:t>
            </a:r>
            <a:r>
              <a:rPr lang="en-US" dirty="0"/>
              <a:t> </a:t>
            </a:r>
            <a:r>
              <a:rPr lang="en-US" dirty="0" err="1"/>
              <a:t>modulară</a:t>
            </a:r>
            <a:r>
              <a:rPr lang="en-US" dirty="0"/>
              <a:t>.</a:t>
            </a:r>
          </a:p>
          <a:p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îmbină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de </a:t>
            </a:r>
            <a:r>
              <a:rPr lang="en-US" dirty="0" err="1"/>
              <a:t>joc</a:t>
            </a:r>
            <a:r>
              <a:rPr lang="en-US" dirty="0"/>
              <a:t> cu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jocurilor</a:t>
            </a:r>
            <a:r>
              <a:rPr lang="en-US" dirty="0"/>
              <a:t> arcade,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o </a:t>
            </a:r>
            <a:r>
              <a:rPr lang="en-US" dirty="0" err="1"/>
              <a:t>experiență</a:t>
            </a:r>
            <a:r>
              <a:rPr lang="en-US" dirty="0"/>
              <a:t> </a:t>
            </a:r>
            <a:r>
              <a:rPr lang="en-US" dirty="0" err="1"/>
              <a:t>interactivă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utilizat</a:t>
            </a:r>
            <a:r>
              <a:rPr lang="en-US" dirty="0"/>
              <a:t>. </a:t>
            </a:r>
            <a:r>
              <a:rPr lang="en-US" dirty="0" err="1"/>
              <a:t>Proiectul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echipă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membru</a:t>
            </a:r>
            <a:r>
              <a:rPr lang="en-US" dirty="0"/>
              <a:t> </a:t>
            </a:r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responsabilități</a:t>
            </a:r>
            <a:r>
              <a:rPr lang="en-US" dirty="0"/>
              <a:t> </a:t>
            </a:r>
            <a:r>
              <a:rPr lang="en-US" dirty="0" err="1"/>
              <a:t>clar</a:t>
            </a:r>
            <a:r>
              <a:rPr lang="en-US" dirty="0"/>
              <a:t> definite.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40" y="1885125"/>
            <a:ext cx="5186597" cy="2093975"/>
          </a:xfrm>
        </p:spPr>
        <p:txBody>
          <a:bodyPr rtlCol="0">
            <a:normAutofit/>
          </a:bodyPr>
          <a:lstStyle/>
          <a:p>
            <a:r>
              <a:rPr lang="ro-RO" sz="3200" dirty="0"/>
              <a:t>Descrierea</a:t>
            </a:r>
            <a:br>
              <a:rPr lang="ro-RO" sz="3200" dirty="0"/>
            </a:br>
            <a:r>
              <a:rPr lang="ro-RO" sz="3200" dirty="0"/>
              <a:t>proiectului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5025"/>
            <a:ext cx="5003800" cy="2093975"/>
          </a:xfrm>
        </p:spPr>
        <p:txBody>
          <a:bodyPr rtlCol="0"/>
          <a:lstStyle/>
          <a:p>
            <a:r>
              <a:rPr lang="en-GB" dirty="0" err="1"/>
              <a:t>Motivația</a:t>
            </a:r>
            <a:r>
              <a:rPr lang="en-GB" dirty="0"/>
              <a:t> </a:t>
            </a:r>
            <a:r>
              <a:rPr lang="en-GB" dirty="0" err="1"/>
              <a:t>alegerii</a:t>
            </a:r>
            <a:r>
              <a:rPr lang="en-GB" dirty="0"/>
              <a:t> </a:t>
            </a:r>
            <a:r>
              <a:rPr lang="en-GB" dirty="0" err="1"/>
              <a:t>temei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6868-A3B9-5359-291D-E5BEB6858E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76047" y="1399297"/>
            <a:ext cx="5462579" cy="296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Jocurile</a:t>
            </a:r>
            <a:r>
              <a:rPr lang="en-US" sz="1800" dirty="0"/>
              <a:t> video </a:t>
            </a:r>
            <a:r>
              <a:rPr lang="en-US" sz="1800" dirty="0" err="1"/>
              <a:t>reprezintă</a:t>
            </a:r>
            <a:r>
              <a:rPr lang="en-US" sz="1800" dirty="0"/>
              <a:t> un </a:t>
            </a:r>
            <a:r>
              <a:rPr lang="en-US" sz="1800" dirty="0" err="1"/>
              <a:t>domeniu</a:t>
            </a:r>
            <a:r>
              <a:rPr lang="en-US" sz="1800" dirty="0"/>
              <a:t> </a:t>
            </a:r>
            <a:r>
              <a:rPr lang="en-US" sz="1800" dirty="0" err="1"/>
              <a:t>potrivit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explorarea</a:t>
            </a:r>
            <a:r>
              <a:rPr lang="en-US" sz="1800" dirty="0"/>
              <a:t> </a:t>
            </a:r>
            <a:r>
              <a:rPr lang="en-US" sz="1800" dirty="0" err="1"/>
              <a:t>elementelor</a:t>
            </a:r>
            <a:r>
              <a:rPr lang="en-US" sz="1800" dirty="0"/>
              <a:t> de </a:t>
            </a:r>
            <a:r>
              <a:rPr lang="en-US" sz="1800" dirty="0" err="1"/>
              <a:t>interfață</a:t>
            </a:r>
            <a:r>
              <a:rPr lang="en-US" sz="1800" dirty="0"/>
              <a:t> </a:t>
            </a:r>
            <a:r>
              <a:rPr lang="en-US" sz="1800" dirty="0" err="1"/>
              <a:t>grafică</a:t>
            </a:r>
            <a:r>
              <a:rPr lang="en-US" sz="1800" dirty="0"/>
              <a:t>, </a:t>
            </a:r>
            <a:r>
              <a:rPr lang="en-US" sz="1800" dirty="0" err="1"/>
              <a:t>deoarece</a:t>
            </a:r>
            <a:r>
              <a:rPr lang="en-US" sz="1800" dirty="0"/>
              <a:t> </a:t>
            </a:r>
            <a:r>
              <a:rPr lang="en-US" sz="1800" dirty="0" err="1"/>
              <a:t>presupun</a:t>
            </a:r>
            <a:r>
              <a:rPr lang="en-US" sz="1800" dirty="0"/>
              <a:t> </a:t>
            </a:r>
            <a:r>
              <a:rPr lang="en-US" sz="1800" dirty="0" err="1"/>
              <a:t>utilizarea</a:t>
            </a:r>
            <a:r>
              <a:rPr lang="en-US" sz="1800" dirty="0"/>
              <a:t> </a:t>
            </a:r>
            <a:r>
              <a:rPr lang="en-US" sz="1800" dirty="0" err="1"/>
              <a:t>intensă</a:t>
            </a:r>
            <a:r>
              <a:rPr lang="en-US" sz="1800" dirty="0"/>
              <a:t> a layout-</a:t>
            </a:r>
            <a:r>
              <a:rPr lang="en-US" sz="1800" dirty="0" err="1"/>
              <a:t>urilor</a:t>
            </a:r>
            <a:r>
              <a:rPr lang="en-US" sz="1800" dirty="0"/>
              <a:t>, </a:t>
            </a:r>
            <a:r>
              <a:rPr lang="en-US" sz="1800" dirty="0" err="1"/>
              <a:t>componentelor</a:t>
            </a:r>
            <a:r>
              <a:rPr lang="en-US" sz="1800" dirty="0"/>
              <a:t> interactive </a:t>
            </a:r>
            <a:r>
              <a:rPr lang="en-US" sz="1800" dirty="0" err="1"/>
              <a:t>și</a:t>
            </a:r>
            <a:r>
              <a:rPr lang="en-US" sz="1800" dirty="0"/>
              <a:t> a feedback-</a:t>
            </a:r>
            <a:r>
              <a:rPr lang="en-US" sz="1800" dirty="0" err="1"/>
              <a:t>ului</a:t>
            </a:r>
            <a:r>
              <a:rPr lang="en-US" sz="1800" dirty="0"/>
              <a:t> </a:t>
            </a:r>
            <a:r>
              <a:rPr lang="en-US" sz="1800" dirty="0" err="1"/>
              <a:t>vizual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timp</a:t>
            </a:r>
            <a:r>
              <a:rPr lang="en-US" sz="1800" dirty="0"/>
              <a:t> real.</a:t>
            </a:r>
          </a:p>
          <a:p>
            <a:r>
              <a:rPr lang="en-US" sz="1800" dirty="0" err="1"/>
              <a:t>În</a:t>
            </a:r>
            <a:r>
              <a:rPr lang="en-US" sz="1800" dirty="0"/>
              <a:t> plus, </a:t>
            </a:r>
            <a:r>
              <a:rPr lang="en-US" sz="1800" dirty="0" err="1"/>
              <a:t>inspirația</a:t>
            </a:r>
            <a:r>
              <a:rPr lang="en-US" sz="1800" dirty="0"/>
              <a:t> </a:t>
            </a:r>
            <a:r>
              <a:rPr lang="en-US" sz="1800" dirty="0" err="1"/>
              <a:t>dintr</a:t>
            </a:r>
            <a:r>
              <a:rPr lang="en-US" sz="1800" dirty="0"/>
              <a:t>-un </a:t>
            </a:r>
            <a:r>
              <a:rPr lang="en-US" sz="1800" dirty="0" err="1"/>
              <a:t>joc</a:t>
            </a:r>
            <a:r>
              <a:rPr lang="en-US" sz="1800" dirty="0"/>
              <a:t> </a:t>
            </a:r>
            <a:r>
              <a:rPr lang="en-US" sz="1800" dirty="0" err="1"/>
              <a:t>clasic</a:t>
            </a:r>
            <a:r>
              <a:rPr lang="en-US" sz="1800" dirty="0"/>
              <a:t> precum „Space Invaders” a </a:t>
            </a:r>
            <a:r>
              <a:rPr lang="en-US" sz="1800" dirty="0" err="1"/>
              <a:t>permis</a:t>
            </a:r>
            <a:r>
              <a:rPr lang="en-US" sz="1800" dirty="0"/>
              <a:t> </a:t>
            </a:r>
            <a:r>
              <a:rPr lang="en-US" sz="1800" dirty="0" err="1"/>
              <a:t>reinterpretarea</a:t>
            </a:r>
            <a:r>
              <a:rPr lang="en-US" sz="1800" dirty="0"/>
              <a:t>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en-US" sz="1800" dirty="0" err="1"/>
              <a:t>teme</a:t>
            </a:r>
            <a:r>
              <a:rPr lang="en-US" sz="1800" dirty="0"/>
              <a:t> </a:t>
            </a:r>
            <a:r>
              <a:rPr lang="en-US" sz="1800" dirty="0" err="1"/>
              <a:t>cunoscute</a:t>
            </a:r>
            <a:r>
              <a:rPr lang="en-US" sz="1800" dirty="0"/>
              <a:t> </a:t>
            </a:r>
            <a:r>
              <a:rPr lang="en-US" sz="1800" dirty="0" err="1"/>
              <a:t>într</a:t>
            </a:r>
            <a:r>
              <a:rPr lang="en-US" sz="1800" dirty="0"/>
              <a:t>-un context modern, </a:t>
            </a:r>
            <a:r>
              <a:rPr lang="en-US" sz="1800" dirty="0" err="1"/>
              <a:t>folosind</a:t>
            </a:r>
            <a:r>
              <a:rPr lang="en-US" sz="1800" dirty="0"/>
              <a:t> </a:t>
            </a:r>
            <a:r>
              <a:rPr lang="en-US" sz="1800" dirty="0" err="1"/>
              <a:t>tehnologii</a:t>
            </a:r>
            <a:r>
              <a:rPr lang="en-US" sz="1800" dirty="0"/>
              <a:t> </a:t>
            </a:r>
            <a:r>
              <a:rPr lang="en-US" sz="1800" dirty="0" err="1"/>
              <a:t>actuale</a:t>
            </a:r>
            <a:r>
              <a:rPr lang="en-US" sz="1800" dirty="0"/>
              <a:t> precum </a:t>
            </a:r>
            <a:r>
              <a:rPr lang="en-US" sz="1800" dirty="0" err="1"/>
              <a:t>PyQt</a:t>
            </a:r>
            <a:r>
              <a:rPr lang="en-US" sz="1800" dirty="0"/>
              <a:t>, </a:t>
            </a:r>
            <a:r>
              <a:rPr lang="en-US" sz="1800" dirty="0" err="1"/>
              <a:t>punând</a:t>
            </a:r>
            <a:r>
              <a:rPr lang="en-US" sz="1800" dirty="0"/>
              <a:t> accent pe </a:t>
            </a:r>
            <a:r>
              <a:rPr lang="en-US" sz="1800" dirty="0" err="1"/>
              <a:t>designul</a:t>
            </a:r>
            <a:r>
              <a:rPr lang="en-US" sz="1800" dirty="0"/>
              <a:t> </a:t>
            </a:r>
            <a:r>
              <a:rPr lang="en-US" sz="1800" dirty="0" err="1"/>
              <a:t>interfeței</a:t>
            </a:r>
            <a:r>
              <a:rPr lang="en-US" sz="1800" dirty="0"/>
              <a:t>, </a:t>
            </a:r>
            <a:r>
              <a:rPr lang="en-US" sz="1800" dirty="0" err="1"/>
              <a:t>experiența</a:t>
            </a:r>
            <a:r>
              <a:rPr lang="en-US" sz="1800" dirty="0"/>
              <a:t> </a:t>
            </a:r>
            <a:r>
              <a:rPr lang="en-US" sz="1800" dirty="0" err="1"/>
              <a:t>utilizatorului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claritatea</a:t>
            </a:r>
            <a:r>
              <a:rPr lang="en-US" sz="1800" dirty="0"/>
              <a:t> </a:t>
            </a:r>
            <a:r>
              <a:rPr lang="en-US" sz="1800" dirty="0" err="1"/>
              <a:t>interacțiunii</a:t>
            </a:r>
            <a:r>
              <a:rPr lang="en-US" sz="1800" dirty="0"/>
              <a:t>. </a:t>
            </a:r>
          </a:p>
        </p:txBody>
      </p:sp>
      <p:grpSp>
        <p:nvGrpSpPr>
          <p:cNvPr id="10" name="Group 9" descr="Info">
            <a:extLst>
              <a:ext uri="{FF2B5EF4-FFF2-40B4-BE49-F238E27FC236}">
                <a16:creationId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147320" y="605472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F09B-9819-D7E0-BB9C-8EB620F5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9" y="4716532"/>
            <a:ext cx="9613859" cy="453051"/>
          </a:xfrm>
        </p:spPr>
        <p:txBody>
          <a:bodyPr>
            <a:noAutofit/>
          </a:bodyPr>
          <a:lstStyle/>
          <a:p>
            <a:r>
              <a:rPr lang="ro-RO" sz="3200" dirty="0"/>
              <a:t>Obiectivele proiectului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373B7-EBDD-AF1A-BDD4-BDD82F495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19" y="612331"/>
            <a:ext cx="9613862" cy="3679450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meniu</a:t>
            </a:r>
            <a:r>
              <a:rPr lang="en-US" dirty="0"/>
              <a:t>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functional (</a:t>
            </a:r>
            <a:r>
              <a:rPr lang="en-US" dirty="0" err="1"/>
              <a:t>opțiuni</a:t>
            </a:r>
            <a:r>
              <a:rPr lang="en-US" dirty="0"/>
              <a:t>, start </a:t>
            </a:r>
            <a:r>
              <a:rPr lang="en-US" dirty="0" err="1"/>
              <a:t>si</a:t>
            </a:r>
            <a:r>
              <a:rPr lang="en-US" dirty="0"/>
              <a:t> exit)</a:t>
            </a:r>
          </a:p>
          <a:p>
            <a:r>
              <a:rPr lang="en-US" dirty="0"/>
              <a:t>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mecanismului</a:t>
            </a:r>
            <a:r>
              <a:rPr lang="en-US" dirty="0"/>
              <a:t> de control al </a:t>
            </a:r>
            <a:r>
              <a:rPr lang="en-US" dirty="0" err="1"/>
              <a:t>navei</a:t>
            </a:r>
            <a:r>
              <a:rPr lang="en-US" dirty="0"/>
              <a:t> </a:t>
            </a:r>
            <a:r>
              <a:rPr lang="en-US" dirty="0" err="1"/>
              <a:t>spațiale</a:t>
            </a:r>
            <a:r>
              <a:rPr lang="en-US" dirty="0"/>
              <a:t>,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tastele</a:t>
            </a:r>
            <a:r>
              <a:rPr lang="en-US" dirty="0"/>
              <a:t> </a:t>
            </a:r>
            <a:r>
              <a:rPr lang="en-US" i="1" dirty="0" err="1"/>
              <a:t>săgeți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deplasare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tasta</a:t>
            </a:r>
            <a:r>
              <a:rPr lang="en-US" dirty="0"/>
              <a:t> </a:t>
            </a:r>
            <a:r>
              <a:rPr lang="en-US" i="1" dirty="0"/>
              <a:t>Space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declanșarea</a:t>
            </a:r>
            <a:r>
              <a:rPr lang="en-US" dirty="0"/>
              <a:t> </a:t>
            </a:r>
            <a:r>
              <a:rPr lang="en-US" dirty="0" err="1"/>
              <a:t>focului</a:t>
            </a:r>
            <a:endParaRPr lang="en-US" dirty="0"/>
          </a:p>
          <a:p>
            <a:r>
              <a:rPr lang="en-US" dirty="0"/>
              <a:t>- 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navei</a:t>
            </a:r>
            <a:r>
              <a:rPr lang="en-US" dirty="0"/>
              <a:t> </a:t>
            </a:r>
            <a:r>
              <a:rPr lang="en-US" dirty="0" err="1"/>
              <a:t>jucătorului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comportamentului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, precum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inamicilor</a:t>
            </a:r>
            <a:r>
              <a:rPr lang="en-US" dirty="0"/>
              <a:t> care se </a:t>
            </a:r>
            <a:r>
              <a:rPr lang="en-US" dirty="0" err="1"/>
              <a:t>deplaseaza</a:t>
            </a:r>
            <a:r>
              <a:rPr lang="en-US" dirty="0"/>
              <a:t> automat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tipar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coliziuni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proiectile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inamici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opțiunilor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sunetul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muzica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Afișarea</a:t>
            </a:r>
            <a:r>
              <a:rPr lang="en-US" dirty="0"/>
              <a:t> </a:t>
            </a:r>
            <a:r>
              <a:rPr lang="en-US" dirty="0" err="1"/>
              <a:t>scorului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numarului</a:t>
            </a:r>
            <a:r>
              <a:rPr lang="en-US" dirty="0"/>
              <a:t> de </a:t>
            </a:r>
            <a:r>
              <a:rPr lang="en-US" dirty="0" err="1"/>
              <a:t>vieți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66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78" y="0"/>
            <a:ext cx="5796722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800" dirty="0" err="1">
                <a:solidFill>
                  <a:srgbClr val="C00000"/>
                </a:solidFill>
              </a:rPr>
              <a:t>Evoluția</a:t>
            </a:r>
            <a:r>
              <a:rPr lang="en-GB" sz="4800" dirty="0">
                <a:solidFill>
                  <a:srgbClr val="C00000"/>
                </a:solidFill>
              </a:rPr>
              <a:t> </a:t>
            </a:r>
            <a:r>
              <a:rPr lang="en-GB" sz="4800" dirty="0" err="1">
                <a:solidFill>
                  <a:srgbClr val="C00000"/>
                </a:solidFill>
              </a:rPr>
              <a:t>proiectului</a:t>
            </a:r>
            <a:endParaRPr lang="en-GB" sz="48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97959-74FB-6370-6CBB-BF21B60928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278" y="2359541"/>
            <a:ext cx="65563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Etapa </a:t>
            </a:r>
            <a:r>
              <a:rPr lang="en-US" sz="1800" b="1" dirty="0" err="1"/>
              <a:t>inițială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dirty="0" err="1"/>
              <a:t>definirea</a:t>
            </a:r>
            <a:r>
              <a:rPr lang="en-US" sz="1800" dirty="0"/>
              <a:t> </a:t>
            </a:r>
            <a:r>
              <a:rPr lang="en-US" sz="1800" dirty="0" err="1"/>
              <a:t>temei</a:t>
            </a:r>
            <a:r>
              <a:rPr lang="en-US" sz="1800" dirty="0"/>
              <a:t> </a:t>
            </a:r>
            <a:r>
              <a:rPr lang="en-US" sz="1800" dirty="0" err="1"/>
              <a:t>proiectului</a:t>
            </a:r>
            <a:r>
              <a:rPr lang="en-US" sz="1800" dirty="0"/>
              <a:t>, </a:t>
            </a:r>
            <a:r>
              <a:rPr lang="en-US" sz="1800" dirty="0" err="1"/>
              <a:t>stabilirea</a:t>
            </a:r>
            <a:r>
              <a:rPr lang="en-US" sz="1800" dirty="0"/>
              <a:t> </a:t>
            </a:r>
            <a:r>
              <a:rPr lang="en-US" sz="1800" dirty="0" err="1"/>
              <a:t>obiectivelor</a:t>
            </a:r>
            <a:r>
              <a:rPr lang="en-US" sz="1800" dirty="0"/>
              <a:t> </a:t>
            </a:r>
            <a:r>
              <a:rPr lang="en-US" sz="1800" dirty="0" err="1"/>
              <a:t>principale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realizarea</a:t>
            </a:r>
            <a:r>
              <a:rPr lang="en-US" sz="1800" dirty="0"/>
              <a:t> </a:t>
            </a:r>
            <a:r>
              <a:rPr lang="en-US" sz="1800" dirty="0" err="1"/>
              <a:t>structurii</a:t>
            </a:r>
            <a:r>
              <a:rPr lang="en-US" sz="1800" dirty="0"/>
              <a:t> de </a:t>
            </a:r>
            <a:r>
              <a:rPr lang="en-US" sz="1800" dirty="0" err="1"/>
              <a:t>bază</a:t>
            </a:r>
            <a:r>
              <a:rPr lang="en-US" sz="1800" dirty="0"/>
              <a:t> a </a:t>
            </a:r>
            <a:r>
              <a:rPr lang="en-US" sz="1800" dirty="0" err="1"/>
              <a:t>aplicației</a:t>
            </a:r>
            <a:endParaRPr lang="ro-RO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Etapa </a:t>
            </a:r>
            <a:r>
              <a:rPr lang="en-US" sz="1800" b="1" dirty="0" err="1"/>
              <a:t>intermediară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dirty="0" err="1"/>
              <a:t>implementarea</a:t>
            </a:r>
            <a:r>
              <a:rPr lang="en-US" sz="1800" dirty="0"/>
              <a:t> </a:t>
            </a:r>
            <a:r>
              <a:rPr lang="en-US" sz="1800" dirty="0" err="1"/>
              <a:t>interfeței</a:t>
            </a:r>
            <a:r>
              <a:rPr lang="en-US" sz="1800" dirty="0"/>
              <a:t> </a:t>
            </a:r>
            <a:r>
              <a:rPr lang="en-US" sz="1800" dirty="0" err="1"/>
              <a:t>grafice</a:t>
            </a:r>
            <a:r>
              <a:rPr lang="en-US" sz="1800" dirty="0"/>
              <a:t> </a:t>
            </a:r>
            <a:r>
              <a:rPr lang="en-US" sz="1800" dirty="0" err="1"/>
              <a:t>folosind</a:t>
            </a:r>
            <a:r>
              <a:rPr lang="en-US" sz="1800" dirty="0"/>
              <a:t> </a:t>
            </a:r>
            <a:r>
              <a:rPr lang="en-US" sz="1800" dirty="0" err="1"/>
              <a:t>PyQt</a:t>
            </a:r>
            <a:r>
              <a:rPr lang="en-US" sz="1800" dirty="0"/>
              <a:t>, </a:t>
            </a:r>
            <a:r>
              <a:rPr lang="en-US" sz="1800" dirty="0" err="1"/>
              <a:t>dezvoltarea</a:t>
            </a:r>
            <a:r>
              <a:rPr lang="en-US" sz="1800" dirty="0"/>
              <a:t> </a:t>
            </a:r>
            <a:r>
              <a:rPr lang="en-US" sz="1800" dirty="0" err="1"/>
              <a:t>meniurilor</a:t>
            </a:r>
            <a:r>
              <a:rPr lang="en-US" sz="1800" dirty="0"/>
              <a:t> (Start, Options, Exit), </a:t>
            </a:r>
            <a:r>
              <a:rPr lang="en-US" sz="1800" dirty="0" err="1"/>
              <a:t>realizarea</a:t>
            </a:r>
            <a:r>
              <a:rPr lang="en-US" sz="1800" dirty="0"/>
              <a:t> gameplay-</a:t>
            </a:r>
            <a:r>
              <a:rPr lang="en-US" sz="1800" dirty="0" err="1"/>
              <a:t>ului</a:t>
            </a:r>
            <a:r>
              <a:rPr lang="en-US" sz="1800" dirty="0"/>
              <a:t> de </a:t>
            </a:r>
            <a:r>
              <a:rPr lang="en-US" sz="1800" dirty="0" err="1"/>
              <a:t>bază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integrarea</a:t>
            </a:r>
            <a:r>
              <a:rPr lang="en-US" sz="1800" dirty="0"/>
              <a:t> </a:t>
            </a:r>
            <a:r>
              <a:rPr lang="en-US" sz="1800" dirty="0" err="1"/>
              <a:t>principalelor</a:t>
            </a:r>
            <a:r>
              <a:rPr lang="en-US" sz="1800" dirty="0"/>
              <a:t> </a:t>
            </a:r>
            <a:r>
              <a:rPr lang="en-US" sz="1800" dirty="0" err="1"/>
              <a:t>mecanisme</a:t>
            </a:r>
            <a:r>
              <a:rPr lang="en-US" sz="1800" dirty="0"/>
              <a:t> de </a:t>
            </a:r>
            <a:r>
              <a:rPr lang="en-US" sz="1800" dirty="0" err="1"/>
              <a:t>interacțiune</a:t>
            </a:r>
            <a:r>
              <a:rPr lang="en-US" sz="1800" dirty="0"/>
              <a:t>.</a:t>
            </a:r>
            <a:endParaRPr lang="ro-RO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Etapa </a:t>
            </a:r>
            <a:r>
              <a:rPr lang="en-US" sz="1800" b="1" dirty="0" err="1"/>
              <a:t>finală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dirty="0" err="1"/>
              <a:t>finalizarea</a:t>
            </a:r>
            <a:r>
              <a:rPr lang="en-US" sz="1800" dirty="0"/>
              <a:t> </a:t>
            </a:r>
            <a:r>
              <a:rPr lang="en-US" sz="1800" dirty="0" err="1"/>
              <a:t>aplicației</a:t>
            </a:r>
            <a:r>
              <a:rPr lang="en-US" sz="1800" dirty="0"/>
              <a:t>, </a:t>
            </a:r>
            <a:r>
              <a:rPr lang="en-US" sz="1800" dirty="0" err="1"/>
              <a:t>optimizarea</a:t>
            </a:r>
            <a:r>
              <a:rPr lang="en-US" sz="1800" dirty="0"/>
              <a:t> </a:t>
            </a:r>
            <a:r>
              <a:rPr lang="en-US" sz="1800" dirty="0" err="1"/>
              <a:t>interfeței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a </a:t>
            </a:r>
            <a:r>
              <a:rPr lang="en-US" sz="1800" dirty="0" err="1"/>
              <a:t>experienței</a:t>
            </a:r>
            <a:r>
              <a:rPr lang="en-US" sz="1800" dirty="0"/>
              <a:t> </a:t>
            </a:r>
            <a:r>
              <a:rPr lang="en-US" sz="1800" dirty="0" err="1"/>
              <a:t>utilizatorului</a:t>
            </a:r>
            <a:r>
              <a:rPr lang="en-US" sz="1800" dirty="0"/>
              <a:t>, </a:t>
            </a:r>
            <a:r>
              <a:rPr lang="en-US" sz="1800" dirty="0" err="1"/>
              <a:t>documentarea</a:t>
            </a:r>
            <a:r>
              <a:rPr lang="en-US" sz="1800" dirty="0"/>
              <a:t> </a:t>
            </a:r>
            <a:r>
              <a:rPr lang="en-US" sz="1800" dirty="0" err="1"/>
              <a:t>completă</a:t>
            </a:r>
            <a:r>
              <a:rPr lang="en-US" sz="1800" dirty="0"/>
              <a:t> a </a:t>
            </a:r>
            <a:r>
              <a:rPr lang="en-US" sz="1800" dirty="0" err="1"/>
              <a:t>proiectului</a:t>
            </a:r>
            <a:endParaRPr lang="ro-RO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46B34C2-1EB6-DA92-BF59-FBD182CF522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4" b="5484"/>
          <a:stretch>
            <a:fillRect/>
          </a:stretch>
        </p:blipFill>
        <p:spPr>
          <a:xfrm>
            <a:off x="7048500" y="496887"/>
            <a:ext cx="4654296" cy="5864225"/>
          </a:xfrm>
        </p:spPr>
      </p:pic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3434" y="22919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800" dirty="0" err="1">
                <a:solidFill>
                  <a:schemeClr val="tx1"/>
                </a:solidFill>
              </a:rPr>
              <a:t>Funcționalități</a:t>
            </a:r>
            <a:r>
              <a:rPr lang="en-GB" sz="4800" dirty="0">
                <a:solidFill>
                  <a:schemeClr val="tx1"/>
                </a:solidFill>
              </a:rPr>
              <a:t> finale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FA40AB4-D5BE-6CEE-BB37-A028B904C8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6" r="19076"/>
          <a:stretch>
            <a:fillRect/>
          </a:stretch>
        </p:blipFill>
        <p:spPr>
          <a:xfrm>
            <a:off x="314961" y="231415"/>
            <a:ext cx="4654296" cy="5864225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5BE85D1-3533-0E7D-139D-B6D7D911D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6463" y="1709824"/>
            <a:ext cx="574828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meniu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stilizat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intuitivă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jucătorului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tastatură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tragere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extratereștri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deplasați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formație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detecția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coliziunilor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dintre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proiectile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inamici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opțiuni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volumului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sunetelor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muzicii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vizual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DA682D-7AC5-48E0-993B-AB3F0273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GB" dirty="0" err="1"/>
              <a:t>Descriere</a:t>
            </a:r>
            <a:r>
              <a:rPr lang="en-GB" dirty="0"/>
              <a:t> </a:t>
            </a:r>
            <a:r>
              <a:rPr lang="en-GB" dirty="0" err="1"/>
              <a:t>generală</a:t>
            </a:r>
            <a:r>
              <a:rPr lang="en-GB" dirty="0"/>
              <a:t> a </a:t>
            </a:r>
            <a:r>
              <a:rPr lang="en-GB" dirty="0" err="1"/>
              <a:t>aplicației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1712C2-CF76-2DB6-3219-B165F8A7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759" y="2636853"/>
            <a:ext cx="990848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desktop de tip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2D,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dezvoltată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limbajul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endParaRPr kumimoji="0" lang="ro-RO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PyQt6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meniuri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canvas 2D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jocului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separând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jocului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element 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jocului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extratereștri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proiectile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reprezentat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-un model logic intern;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interacționează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celelalte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obiecte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mecanisme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coliziune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5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b="1" dirty="0" err="1"/>
              <a:t>Arhitectura</a:t>
            </a:r>
            <a:r>
              <a:rPr lang="en-US" b="1" dirty="0"/>
              <a:t> </a:t>
            </a:r>
            <a:r>
              <a:rPr lang="en-US" b="1" dirty="0" err="1"/>
              <a:t>aplicației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B69CB4-D667-E22D-4DF0-CC3DF067D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79" y="2636174"/>
            <a:ext cx="97575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codului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interfața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meniuri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butoane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ecrane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mișcare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coliziuni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reguli);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redarea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BA7203-E18A-4594-9991-EFE3B8E4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dirty="0"/>
              <a:t>Strat </a:t>
            </a:r>
            <a:r>
              <a:rPr lang="en-GB" dirty="0" err="1"/>
              <a:t>algoritmic</a:t>
            </a:r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EB3948-EDF1-2EFD-3255-417902536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308198"/>
            <a:ext cx="70485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en-US" sz="2400" dirty="0">
                <a:latin typeface="Arial" panose="020B0604020202020204" pitchFamily="34" charset="0"/>
              </a:rPr>
              <a:t> Buclă de joc pentru actualizarea logicii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Algoritmi de mișcare pentru jucător </a:t>
            </a:r>
            <a:r>
              <a:rPr lang="ro-RO" altLang="en-US" sz="2400" dirty="0">
                <a:latin typeface="Arial" panose="020B0604020202020204" pitchFamily="34" charset="0"/>
              </a:rPr>
              <a:t>și inamici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Gestionarea coliziunilor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en-US" sz="2400" dirty="0">
                <a:latin typeface="Arial" panose="020B0604020202020204" pitchFamily="34" charset="0"/>
              </a:rPr>
              <a:t>Controlul stării obiectelor din joc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0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ro-RO" dirty="0"/>
              <a:t>Algoritmul de detecție a coliziunilor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AEAB9-B3CE-997B-2BB7-4B6741EAA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47" y="2382566"/>
            <a:ext cx="10021723" cy="3212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detecție</a:t>
            </a:r>
            <a:r>
              <a:rPr lang="en-US" dirty="0"/>
              <a:t> a </a:t>
            </a:r>
            <a:r>
              <a:rPr lang="en-US" dirty="0" err="1"/>
              <a:t>coliziunilor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interacțiunea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proiectilele</a:t>
            </a:r>
            <a:r>
              <a:rPr lang="en-US" dirty="0"/>
              <a:t> </a:t>
            </a:r>
            <a:r>
              <a:rPr lang="en-US" dirty="0" err="1"/>
              <a:t>lansate</a:t>
            </a:r>
            <a:r>
              <a:rPr lang="en-US" dirty="0"/>
              <a:t> de </a:t>
            </a:r>
            <a:r>
              <a:rPr lang="en-US" dirty="0" err="1"/>
              <a:t>jucător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extratereștrii</a:t>
            </a:r>
            <a:r>
              <a:rPr lang="en-US" dirty="0"/>
              <a:t> </a:t>
            </a:r>
            <a:r>
              <a:rPr lang="en-US" dirty="0" err="1"/>
              <a:t>aflați</a:t>
            </a:r>
            <a:r>
              <a:rPr lang="en-US" dirty="0"/>
              <a:t> pe </a:t>
            </a:r>
            <a:r>
              <a:rPr lang="en-US" dirty="0" err="1"/>
              <a:t>ecran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glonț</a:t>
            </a:r>
            <a:r>
              <a:rPr lang="en-US" dirty="0"/>
              <a:t> </a:t>
            </a:r>
            <a:r>
              <a:rPr lang="en-US" dirty="0" err="1"/>
              <a:t>activ</a:t>
            </a:r>
            <a:r>
              <a:rPr lang="en-US" dirty="0"/>
              <a:t>, sunt </a:t>
            </a:r>
            <a:r>
              <a:rPr lang="en-US" dirty="0" err="1"/>
              <a:t>verificate</a:t>
            </a:r>
            <a:r>
              <a:rPr lang="en-US" dirty="0"/>
              <a:t> </a:t>
            </a:r>
            <a:r>
              <a:rPr lang="en-US" dirty="0" err="1"/>
              <a:t>coordonatele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poziția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extraterestru</a:t>
            </a:r>
            <a:r>
              <a:rPr lang="en-US" dirty="0"/>
              <a:t> </a:t>
            </a:r>
            <a:r>
              <a:rPr lang="en-US" dirty="0" err="1"/>
              <a:t>încă</a:t>
            </a:r>
            <a:r>
              <a:rPr lang="en-US" dirty="0"/>
              <a:t> </a:t>
            </a:r>
            <a:r>
              <a:rPr lang="en-US" dirty="0" err="1"/>
              <a:t>activ</a:t>
            </a:r>
            <a:r>
              <a:rPr lang="en-US" dirty="0"/>
              <a:t>.</a:t>
            </a:r>
          </a:p>
          <a:p>
            <a:r>
              <a:rPr lang="en-US" dirty="0" err="1"/>
              <a:t>Coliziunea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determinată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compararea</a:t>
            </a:r>
            <a:r>
              <a:rPr lang="en-US" dirty="0"/>
              <a:t> </a:t>
            </a:r>
            <a:r>
              <a:rPr lang="en-US" dirty="0" err="1"/>
              <a:t>coordonatelor</a:t>
            </a:r>
            <a:r>
              <a:rPr lang="en-US" dirty="0"/>
              <a:t> pe </a:t>
            </a:r>
            <a:r>
              <a:rPr lang="en-US" dirty="0" err="1"/>
              <a:t>axele</a:t>
            </a:r>
            <a:r>
              <a:rPr lang="en-US" dirty="0"/>
              <a:t> X </a:t>
            </a:r>
            <a:r>
              <a:rPr lang="en-US" dirty="0" err="1"/>
              <a:t>și</a:t>
            </a:r>
            <a:r>
              <a:rPr lang="en-US" dirty="0"/>
              <a:t> Y, </a:t>
            </a:r>
            <a:r>
              <a:rPr lang="en-US" dirty="0" err="1"/>
              <a:t>folosind</a:t>
            </a:r>
            <a:r>
              <a:rPr lang="en-US" dirty="0"/>
              <a:t> o </a:t>
            </a:r>
            <a:r>
              <a:rPr lang="en-US" dirty="0" err="1"/>
              <a:t>zonă</a:t>
            </a:r>
            <a:r>
              <a:rPr lang="en-US" dirty="0"/>
              <a:t> de </a:t>
            </a:r>
            <a:r>
              <a:rPr lang="en-US" dirty="0" err="1"/>
              <a:t>intersecție</a:t>
            </a:r>
            <a:r>
              <a:rPr lang="en-US" dirty="0"/>
              <a:t> </a:t>
            </a:r>
            <a:r>
              <a:rPr lang="en-US" dirty="0" err="1"/>
              <a:t>dreptunghiulară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momentul</a:t>
            </a:r>
            <a:r>
              <a:rPr lang="en-US" dirty="0"/>
              <a:t> </a:t>
            </a:r>
            <a:r>
              <a:rPr lang="en-US" dirty="0" err="1"/>
              <a:t>detectării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coliziuni</a:t>
            </a:r>
            <a:r>
              <a:rPr lang="en-US" dirty="0"/>
              <a:t>, </a:t>
            </a:r>
            <a:r>
              <a:rPr lang="en-US" dirty="0" err="1"/>
              <a:t>extraterestrul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marcat</a:t>
            </a:r>
            <a:r>
              <a:rPr lang="en-US" dirty="0"/>
              <a:t> ca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eliminat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proiectilul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scos</a:t>
            </a:r>
            <a:r>
              <a:rPr lang="en-US" dirty="0"/>
              <a:t> din </a:t>
            </a:r>
            <a:r>
              <a:rPr lang="en-US" dirty="0" err="1"/>
              <a:t>joc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157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408148-307A-49CD-B792-9631633A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56" y="516836"/>
            <a:ext cx="9283350" cy="19602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4000" b="1" dirty="0"/>
              <a:t>Algoritmul de actualizare a jocului (Game Loop)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48C7686-5279-BB2A-B356-00F994D491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856" y="3588404"/>
            <a:ext cx="11230138" cy="1716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Algoritmul</a:t>
            </a:r>
            <a:r>
              <a:rPr lang="en-US" sz="1800" dirty="0"/>
              <a:t> principal al </a:t>
            </a:r>
            <a:r>
              <a:rPr lang="en-US" sz="1800" dirty="0" err="1"/>
              <a:t>aplicației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reprezentat</a:t>
            </a:r>
            <a:r>
              <a:rPr lang="en-US" sz="1800" dirty="0"/>
              <a:t> de </a:t>
            </a:r>
            <a:r>
              <a:rPr lang="en-US" sz="1800" dirty="0" err="1"/>
              <a:t>bucla</a:t>
            </a:r>
            <a:r>
              <a:rPr lang="en-US" sz="1800" dirty="0"/>
              <a:t> de </a:t>
            </a:r>
            <a:r>
              <a:rPr lang="en-US" sz="1800" dirty="0" err="1"/>
              <a:t>joc</a:t>
            </a:r>
            <a:r>
              <a:rPr lang="en-US" sz="1800" dirty="0"/>
              <a:t>, </a:t>
            </a:r>
            <a:r>
              <a:rPr lang="en-US" sz="1800" dirty="0" err="1"/>
              <a:t>responsabilă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actualizarea</a:t>
            </a:r>
            <a:r>
              <a:rPr lang="en-US" sz="1800" dirty="0"/>
              <a:t> </a:t>
            </a:r>
            <a:r>
              <a:rPr lang="en-US" sz="1800" dirty="0" err="1"/>
              <a:t>continuă</a:t>
            </a:r>
            <a:r>
              <a:rPr lang="en-US" sz="1800" dirty="0"/>
              <a:t> a </a:t>
            </a:r>
            <a:r>
              <a:rPr lang="en-US" sz="1800" dirty="0" err="1"/>
              <a:t>stării</a:t>
            </a:r>
            <a:r>
              <a:rPr lang="en-US" sz="1800" dirty="0"/>
              <a:t> </a:t>
            </a:r>
            <a:r>
              <a:rPr lang="en-US" sz="1800" dirty="0" err="1"/>
              <a:t>jocului</a:t>
            </a:r>
            <a:r>
              <a:rPr lang="en-US" sz="1800" dirty="0"/>
              <a:t>. </a:t>
            </a:r>
            <a:r>
              <a:rPr lang="en-US" sz="1800" dirty="0" err="1"/>
              <a:t>Acesta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implementat</a:t>
            </a:r>
            <a:r>
              <a:rPr lang="en-US" sz="1800" dirty="0"/>
              <a:t> </a:t>
            </a:r>
            <a:r>
              <a:rPr lang="en-US" sz="1800" dirty="0" err="1"/>
              <a:t>folosind</a:t>
            </a:r>
            <a:r>
              <a:rPr lang="en-US" sz="1800" dirty="0"/>
              <a:t> un </a:t>
            </a:r>
            <a:r>
              <a:rPr lang="en-US" sz="1800" dirty="0" err="1"/>
              <a:t>mecanism</a:t>
            </a:r>
            <a:r>
              <a:rPr lang="en-US" sz="1800" dirty="0"/>
              <a:t> de tip timer, care </a:t>
            </a:r>
            <a:r>
              <a:rPr lang="en-US" sz="1800" dirty="0" err="1"/>
              <a:t>declanșează</a:t>
            </a:r>
            <a:r>
              <a:rPr lang="en-US" sz="1800" dirty="0"/>
              <a:t> periodic </a:t>
            </a:r>
            <a:r>
              <a:rPr lang="en-US" sz="1800" dirty="0" err="1"/>
              <a:t>funcția</a:t>
            </a:r>
            <a:r>
              <a:rPr lang="en-US" sz="1800" dirty="0"/>
              <a:t> de </a:t>
            </a:r>
            <a:r>
              <a:rPr lang="en-US" sz="1800" dirty="0" err="1"/>
              <a:t>actualizare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cadrul</a:t>
            </a:r>
            <a:r>
              <a:rPr lang="en-US" sz="1800" dirty="0"/>
              <a:t> </a:t>
            </a:r>
            <a:r>
              <a:rPr lang="en-US" sz="1800" dirty="0" err="1"/>
              <a:t>fiecărei</a:t>
            </a:r>
            <a:r>
              <a:rPr lang="en-US" sz="1800" dirty="0"/>
              <a:t> </a:t>
            </a:r>
            <a:r>
              <a:rPr lang="en-US" sz="1800" dirty="0" err="1"/>
              <a:t>iterații</a:t>
            </a:r>
            <a:r>
              <a:rPr lang="en-US" sz="1800" dirty="0"/>
              <a:t>, </a:t>
            </a:r>
            <a:r>
              <a:rPr lang="en-US" sz="1800" dirty="0" err="1"/>
              <a:t>algoritmul</a:t>
            </a:r>
            <a:r>
              <a:rPr lang="en-US" sz="1800" dirty="0"/>
              <a:t> </a:t>
            </a:r>
            <a:r>
              <a:rPr lang="en-US" sz="1800" dirty="0" err="1"/>
              <a:t>verifică</a:t>
            </a:r>
            <a:r>
              <a:rPr lang="en-US" sz="1800" dirty="0"/>
              <a:t> input-ul </a:t>
            </a:r>
            <a:r>
              <a:rPr lang="en-US" sz="1800" dirty="0" err="1"/>
              <a:t>utilizatorului</a:t>
            </a:r>
            <a:r>
              <a:rPr lang="en-US" sz="1800" dirty="0"/>
              <a:t>, </a:t>
            </a:r>
            <a:r>
              <a:rPr lang="en-US" sz="1800" dirty="0" err="1"/>
              <a:t>actualizează</a:t>
            </a:r>
            <a:r>
              <a:rPr lang="en-US" sz="1800" dirty="0"/>
              <a:t> </a:t>
            </a:r>
            <a:r>
              <a:rPr lang="en-US" sz="1800" dirty="0" err="1"/>
              <a:t>poziția</a:t>
            </a:r>
            <a:r>
              <a:rPr lang="en-US" sz="1800" dirty="0"/>
              <a:t> </a:t>
            </a:r>
            <a:r>
              <a:rPr lang="en-US" sz="1800" dirty="0" err="1"/>
              <a:t>navei</a:t>
            </a:r>
            <a:r>
              <a:rPr lang="en-US" sz="1800" dirty="0"/>
              <a:t> </a:t>
            </a:r>
            <a:r>
              <a:rPr lang="en-US" sz="1800" dirty="0" err="1"/>
              <a:t>jucătorului</a:t>
            </a:r>
            <a:r>
              <a:rPr lang="en-US" sz="1800" dirty="0"/>
              <a:t>, </a:t>
            </a:r>
            <a:r>
              <a:rPr lang="en-US" sz="1800" dirty="0" err="1"/>
              <a:t>gestionează</a:t>
            </a:r>
            <a:r>
              <a:rPr lang="en-US" sz="1800" dirty="0"/>
              <a:t> </a:t>
            </a:r>
            <a:r>
              <a:rPr lang="en-US" sz="1800" dirty="0" err="1"/>
              <a:t>mecanismul</a:t>
            </a:r>
            <a:r>
              <a:rPr lang="en-US" sz="1800" dirty="0"/>
              <a:t> de </a:t>
            </a:r>
            <a:r>
              <a:rPr lang="en-US" sz="1800" dirty="0" err="1"/>
              <a:t>tragere</a:t>
            </a:r>
            <a:r>
              <a:rPr lang="en-US" sz="1800" dirty="0"/>
              <a:t>, </a:t>
            </a:r>
            <a:r>
              <a:rPr lang="en-US" sz="1800" dirty="0" err="1"/>
              <a:t>deplasează</a:t>
            </a:r>
            <a:r>
              <a:rPr lang="en-US" sz="1800" dirty="0"/>
              <a:t> </a:t>
            </a:r>
            <a:r>
              <a:rPr lang="en-US" sz="1800" dirty="0" err="1"/>
              <a:t>proiectilele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extratereștrii</a:t>
            </a:r>
            <a:r>
              <a:rPr lang="en-US" sz="1800" dirty="0"/>
              <a:t>, </a:t>
            </a:r>
            <a:r>
              <a:rPr lang="en-US" sz="1800" dirty="0" err="1"/>
              <a:t>verifică</a:t>
            </a:r>
            <a:r>
              <a:rPr lang="en-US" sz="1800" dirty="0"/>
              <a:t> </a:t>
            </a:r>
            <a:r>
              <a:rPr lang="en-US" sz="1800" dirty="0" err="1"/>
              <a:t>eventualele</a:t>
            </a:r>
            <a:r>
              <a:rPr lang="en-US" sz="1800" dirty="0"/>
              <a:t> </a:t>
            </a:r>
            <a:r>
              <a:rPr lang="en-US" sz="1800" dirty="0" err="1"/>
              <a:t>coliziuni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, la final, </a:t>
            </a:r>
            <a:r>
              <a:rPr lang="en-US" sz="1800" dirty="0" err="1"/>
              <a:t>declanșează</a:t>
            </a:r>
            <a:r>
              <a:rPr lang="en-US" sz="1800" dirty="0"/>
              <a:t> </a:t>
            </a:r>
            <a:r>
              <a:rPr lang="en-US" sz="1800" dirty="0" err="1"/>
              <a:t>redesenarea</a:t>
            </a:r>
            <a:r>
              <a:rPr lang="en-US" sz="1800" dirty="0"/>
              <a:t> </a:t>
            </a:r>
            <a:r>
              <a:rPr lang="en-US" sz="1800" dirty="0" err="1"/>
              <a:t>interfeței</a:t>
            </a:r>
            <a:r>
              <a:rPr lang="en-US" sz="1800" dirty="0"/>
              <a:t> </a:t>
            </a:r>
            <a:r>
              <a:rPr lang="en-US" sz="1800" dirty="0" err="1"/>
              <a:t>grafice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405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CC78E1-629B-4981-BA25-E8F061C4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GB" dirty="0" err="1"/>
              <a:t>Discretizare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afișare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9526-216C-3BE1-7081-5750B06D1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0925" y="2730601"/>
            <a:ext cx="1049706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jocului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operează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un model intern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coordonate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afișate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pozițiilor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Poziția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vizuală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ușor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logică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comportament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efect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separării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dintre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afișare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CC3EF0-F13E-468D-8198-2FFABAAB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30" y="844550"/>
            <a:ext cx="10993120" cy="920750"/>
          </a:xfrm>
        </p:spPr>
        <p:txBody>
          <a:bodyPr rtlCol="0">
            <a:normAutofit fontScale="90000"/>
          </a:bodyPr>
          <a:lstStyle/>
          <a:p>
            <a:r>
              <a:rPr lang="en-GB" sz="4400" dirty="0" err="1"/>
              <a:t>Interfața</a:t>
            </a:r>
            <a:r>
              <a:rPr lang="en-GB" sz="4400" dirty="0"/>
              <a:t> </a:t>
            </a:r>
            <a:r>
              <a:rPr lang="en-GB" sz="4400" dirty="0" err="1"/>
              <a:t>grafică</a:t>
            </a:r>
            <a:r>
              <a:rPr lang="ro-RO" sz="4400" dirty="0"/>
              <a:t> &amp; I</a:t>
            </a:r>
            <a:r>
              <a:rPr lang="en-GB" sz="4400" dirty="0" err="1"/>
              <a:t>nteracțiunea</a:t>
            </a:r>
            <a:r>
              <a:rPr lang="en-GB" sz="4400" dirty="0"/>
              <a:t> cu </a:t>
            </a:r>
            <a:r>
              <a:rPr lang="en-GB" sz="4400" dirty="0" err="1"/>
              <a:t>utilizatorul</a:t>
            </a:r>
            <a:endParaRPr lang="en-GB" sz="4400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2C38EA93-BB30-3D13-B614-3140A7D2086C}"/>
              </a:ext>
            </a:extLst>
          </p:cNvPr>
          <p:cNvSpPr txBox="1"/>
          <p:nvPr/>
        </p:nvSpPr>
        <p:spPr>
          <a:xfrm>
            <a:off x="1009650" y="2889250"/>
            <a:ext cx="419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Implementată</a:t>
            </a:r>
            <a:r>
              <a:rPr lang="en-US" b="1" dirty="0"/>
              <a:t> cu PyQt6</a:t>
            </a:r>
            <a:br>
              <a:rPr lang="en-US" dirty="0"/>
            </a:br>
            <a:r>
              <a:rPr lang="en-US" dirty="0" err="1"/>
              <a:t>Permite</a:t>
            </a:r>
            <a:r>
              <a:rPr lang="en-US" dirty="0"/>
              <a:t>:</a:t>
            </a:r>
          </a:p>
          <a:p>
            <a:r>
              <a:rPr lang="en-US" dirty="0" err="1"/>
              <a:t>afișarea</a:t>
            </a:r>
            <a:r>
              <a:rPr lang="en-US" dirty="0"/>
              <a:t>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grafice</a:t>
            </a:r>
            <a:r>
              <a:rPr lang="en-US" dirty="0"/>
              <a:t> ale </a:t>
            </a:r>
            <a:r>
              <a:rPr lang="en-US" dirty="0" err="1"/>
              <a:t>jocului</a:t>
            </a:r>
            <a:r>
              <a:rPr lang="en-US" dirty="0"/>
              <a:t> (</a:t>
            </a:r>
            <a:r>
              <a:rPr lang="en-US" dirty="0" err="1"/>
              <a:t>navă</a:t>
            </a:r>
            <a:r>
              <a:rPr lang="en-US" dirty="0"/>
              <a:t>, </a:t>
            </a:r>
            <a:r>
              <a:rPr lang="en-US" dirty="0" err="1"/>
              <a:t>extratereștri</a:t>
            </a:r>
            <a:r>
              <a:rPr lang="en-US" dirty="0"/>
              <a:t>, </a:t>
            </a:r>
            <a:r>
              <a:rPr lang="en-US" dirty="0" err="1"/>
              <a:t>proiectile</a:t>
            </a:r>
            <a:r>
              <a:rPr lang="en-US" dirty="0"/>
              <a:t>);</a:t>
            </a:r>
          </a:p>
          <a:p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interfeței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layout-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UI;</a:t>
            </a:r>
          </a:p>
          <a:p>
            <a:r>
              <a:rPr lang="en-US" dirty="0" err="1"/>
              <a:t>stilizare</a:t>
            </a:r>
            <a:r>
              <a:rPr lang="en-US" dirty="0"/>
              <a:t> </a:t>
            </a:r>
            <a:r>
              <a:rPr lang="en-US" dirty="0" err="1"/>
              <a:t>vizuală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CSS </a:t>
            </a:r>
            <a:r>
              <a:rPr lang="en-US" dirty="0" err="1"/>
              <a:t>PyQt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C4401B51-3F20-18A7-0746-7F5B66C399CE}"/>
              </a:ext>
            </a:extLst>
          </p:cNvPr>
          <p:cNvSpPr txBox="1"/>
          <p:nvPr/>
        </p:nvSpPr>
        <p:spPr>
          <a:xfrm>
            <a:off x="7124700" y="3086100"/>
            <a:ext cx="4603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Interacțiunea</a:t>
            </a:r>
            <a:r>
              <a:rPr lang="en-US" b="1" dirty="0"/>
              <a:t> </a:t>
            </a:r>
            <a:r>
              <a:rPr lang="en-US" b="1" dirty="0" err="1"/>
              <a:t>utilizatorului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navigare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meniuri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butoane</a:t>
            </a:r>
            <a:r>
              <a:rPr lang="en-US" dirty="0"/>
              <a:t> interactive;</a:t>
            </a:r>
          </a:p>
          <a:p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navei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tastatură</a:t>
            </a:r>
            <a:r>
              <a:rPr lang="en-US" dirty="0"/>
              <a:t> (</a:t>
            </a:r>
            <a:r>
              <a:rPr lang="en-US" dirty="0" err="1"/>
              <a:t>stânga</a:t>
            </a:r>
            <a:r>
              <a:rPr lang="en-US" dirty="0"/>
              <a:t> / </a:t>
            </a:r>
            <a:r>
              <a:rPr lang="en-US" dirty="0" err="1"/>
              <a:t>dreapta</a:t>
            </a:r>
            <a:r>
              <a:rPr lang="en-US" dirty="0"/>
              <a:t>);</a:t>
            </a:r>
          </a:p>
          <a:p>
            <a:r>
              <a:rPr lang="en-US" dirty="0" err="1"/>
              <a:t>acțiuni</a:t>
            </a:r>
            <a:r>
              <a:rPr lang="en-US" dirty="0"/>
              <a:t> de </a:t>
            </a:r>
            <a:r>
              <a:rPr lang="en-US" dirty="0" err="1"/>
              <a:t>joc</a:t>
            </a:r>
            <a:r>
              <a:rPr lang="en-US" dirty="0"/>
              <a:t> </a:t>
            </a:r>
            <a:r>
              <a:rPr lang="en-US" dirty="0" err="1"/>
              <a:t>declanșate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tasta</a:t>
            </a:r>
            <a:r>
              <a:rPr lang="en-US" dirty="0"/>
              <a:t> SPACE;</a:t>
            </a:r>
          </a:p>
          <a:p>
            <a:r>
              <a:rPr lang="en-US" dirty="0"/>
              <a:t>feedback </a:t>
            </a:r>
            <a:r>
              <a:rPr lang="en-US" dirty="0" err="1"/>
              <a:t>vizual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acțiunile</a:t>
            </a:r>
            <a:r>
              <a:rPr lang="en-US" dirty="0"/>
              <a:t> </a:t>
            </a:r>
            <a:r>
              <a:rPr lang="en-US" dirty="0" err="1"/>
              <a:t>efectuate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14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02A15A8-AC14-F68F-89C2-1EC65D1E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Modul de rulare</a:t>
            </a:r>
            <a:endParaRPr lang="en-GB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F477F92-90EA-B21B-F9D5-C4A65A061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Se </a:t>
            </a:r>
            <a:r>
              <a:rPr lang="en-US" dirty="0" err="1"/>
              <a:t>instalează</a:t>
            </a:r>
            <a:r>
              <a:rPr lang="en-US" dirty="0"/>
              <a:t> Python 3.11.</a:t>
            </a:r>
          </a:p>
          <a:p>
            <a:r>
              <a:rPr lang="en-US" dirty="0"/>
              <a:t>2. Se </a:t>
            </a:r>
            <a:r>
              <a:rPr lang="en-US" dirty="0" err="1"/>
              <a:t>instalează</a:t>
            </a:r>
            <a:r>
              <a:rPr lang="en-US" dirty="0"/>
              <a:t> PyQt6 cu: pip install PyQt6</a:t>
            </a:r>
          </a:p>
          <a:p>
            <a:r>
              <a:rPr lang="en-US" dirty="0"/>
              <a:t>3. Se </a:t>
            </a:r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aplicația</a:t>
            </a:r>
            <a:r>
              <a:rPr lang="en-US" dirty="0"/>
              <a:t> cu: python app.py</a:t>
            </a:r>
          </a:p>
        </p:txBody>
      </p:sp>
    </p:spTree>
    <p:extLst>
      <p:ext uri="{BB962C8B-B14F-4D97-AF65-F5344CB8AC3E}">
        <p14:creationId xmlns:p14="http://schemas.microsoft.com/office/powerpoint/2010/main" val="187701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14C7EC3-414C-D14F-C7EF-E9F9C03C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61" y="1403139"/>
            <a:ext cx="10058400" cy="2702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b="1" dirty="0" err="1"/>
              <a:t>Dependențele</a:t>
            </a:r>
            <a:r>
              <a:rPr lang="en-US" b="1" dirty="0"/>
              <a:t> </a:t>
            </a:r>
            <a:r>
              <a:rPr lang="en-US" b="1" dirty="0" err="1"/>
              <a:t>aplicației</a:t>
            </a:r>
            <a:endParaRPr lang="en-US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14A22139-FDC1-59D8-F828-7B161249D2C1}"/>
              </a:ext>
            </a:extLst>
          </p:cNvPr>
          <p:cNvSpPr txBox="1"/>
          <p:nvPr/>
        </p:nvSpPr>
        <p:spPr>
          <a:xfrm>
            <a:off x="644105" y="2771955"/>
            <a:ext cx="90013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rularea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r>
              <a:rPr lang="en-US" dirty="0"/>
              <a:t> sunt </a:t>
            </a:r>
            <a:r>
              <a:rPr lang="en-US" dirty="0" err="1"/>
              <a:t>necesare</a:t>
            </a:r>
            <a:r>
              <a:rPr lang="en-US" dirty="0"/>
              <a:t>:</a:t>
            </a:r>
          </a:p>
          <a:p>
            <a:r>
              <a:rPr lang="en-US" dirty="0" err="1"/>
              <a:t>Limbaj</a:t>
            </a:r>
            <a:r>
              <a:rPr lang="en-US" dirty="0"/>
              <a:t>:  Python 3.11</a:t>
            </a:r>
          </a:p>
          <a:p>
            <a:r>
              <a:rPr lang="en-US" dirty="0" err="1"/>
              <a:t>Biblioteci</a:t>
            </a:r>
            <a:r>
              <a:rPr lang="en-US" dirty="0"/>
              <a:t>:  PyQt6 (pip install PyQt6), random, sys, math, </a:t>
            </a:r>
            <a:r>
              <a:rPr lang="en-US" dirty="0" err="1"/>
              <a:t>pathlib</a:t>
            </a:r>
            <a:r>
              <a:rPr lang="en-US" dirty="0"/>
              <a:t> (</a:t>
            </a:r>
            <a:r>
              <a:rPr lang="en-US" dirty="0" err="1"/>
              <a:t>incluse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distribuția</a:t>
            </a:r>
            <a:r>
              <a:rPr lang="en-US" dirty="0"/>
              <a:t> Python)</a:t>
            </a:r>
          </a:p>
          <a:p>
            <a:r>
              <a:rPr lang="en-US" dirty="0"/>
              <a:t>IDE: PyCharm Community Edition (</a:t>
            </a:r>
            <a:r>
              <a:rPr lang="en-US" dirty="0" err="1"/>
              <a:t>versiuni</a:t>
            </a:r>
            <a:r>
              <a:rPr lang="en-US" dirty="0"/>
              <a:t> 2023–2024)</a:t>
            </a:r>
          </a:p>
        </p:txBody>
      </p:sp>
    </p:spTree>
    <p:extLst>
      <p:ext uri="{BB962C8B-B14F-4D97-AF65-F5344CB8AC3E}">
        <p14:creationId xmlns:p14="http://schemas.microsoft.com/office/powerpoint/2010/main" val="130278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451528-0368-45CE-A13E-EDB97BE9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Concluzii</a:t>
            </a:r>
            <a:endParaRPr lang="en-GB" sz="4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B328BF-1AD6-4365-B1FE-A5A396732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6410326" cy="376089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 err="1"/>
              <a:t>Proiectul</a:t>
            </a:r>
            <a:r>
              <a:rPr lang="en-US" dirty="0"/>
              <a:t> Space Invaders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funcțional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respectă</a:t>
            </a:r>
            <a:r>
              <a:rPr lang="en-US" dirty="0"/>
              <a:t> </a:t>
            </a:r>
            <a:r>
              <a:rPr lang="en-US" dirty="0" err="1"/>
              <a:t>cerințele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. </a:t>
            </a:r>
            <a:r>
              <a:rPr lang="en-US" dirty="0" err="1"/>
              <a:t>Jocul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un gameplay </a:t>
            </a:r>
            <a:r>
              <a:rPr lang="en-US" dirty="0" err="1"/>
              <a:t>clasic</a:t>
            </a:r>
            <a:r>
              <a:rPr lang="en-US" dirty="0"/>
              <a:t>, o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modernă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structură</a:t>
            </a:r>
            <a:r>
              <a:rPr lang="en-US" dirty="0"/>
              <a:t> </a:t>
            </a:r>
            <a:r>
              <a:rPr lang="en-US" dirty="0" err="1"/>
              <a:t>modulară</a:t>
            </a:r>
            <a:r>
              <a:rPr lang="en-US" dirty="0"/>
              <a:t>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extins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viitor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adăugarea</a:t>
            </a:r>
            <a:r>
              <a:rPr lang="en-US" dirty="0"/>
              <a:t> de </a:t>
            </a:r>
            <a:r>
              <a:rPr lang="en-US" dirty="0" err="1"/>
              <a:t>niveluri</a:t>
            </a:r>
            <a:r>
              <a:rPr lang="en-US" dirty="0"/>
              <a:t>, </a:t>
            </a:r>
            <a:r>
              <a:rPr lang="en-US" dirty="0" err="1"/>
              <a:t>efecte</a:t>
            </a:r>
            <a:r>
              <a:rPr lang="en-US" dirty="0"/>
              <a:t> </a:t>
            </a:r>
            <a:r>
              <a:rPr lang="en-US" dirty="0" err="1"/>
              <a:t>vizuale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sunete</a:t>
            </a:r>
            <a:r>
              <a:rPr lang="en-US" dirty="0"/>
              <a:t> </a:t>
            </a:r>
            <a:r>
              <a:rPr lang="en-US" dirty="0" err="1"/>
              <a:t>suplimentare</a:t>
            </a:r>
            <a:endParaRPr lang="en-GB" dirty="0">
              <a:latin typeface="+mj-lt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2660639-0891-0952-7946-2D6729A107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4" r="103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0850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9600" dirty="0">
                <a:solidFill>
                  <a:srgbClr val="FFFFFF"/>
                </a:solidFill>
                <a:latin typeface="+mj-lt"/>
              </a:rPr>
              <a:t>MUL</a:t>
            </a:r>
            <a:r>
              <a:rPr lang="ro-RO" sz="9600" dirty="0">
                <a:solidFill>
                  <a:srgbClr val="FFFFFF"/>
                </a:solidFill>
                <a:latin typeface="+mj-lt"/>
              </a:rPr>
              <a:t>ȚUMIM!</a:t>
            </a:r>
            <a:endParaRPr lang="en-GB" sz="96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107</TotalTime>
  <Words>972</Words>
  <Application>Microsoft Office PowerPoint</Application>
  <PresentationFormat>Widescreen</PresentationFormat>
  <Paragraphs>106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Berlin</vt:lpstr>
      <vt:lpstr>SPACE INVADERS Joc 2D cu interfață grafică Qt</vt:lpstr>
      <vt:lpstr>Descrierea proiectului</vt:lpstr>
      <vt:lpstr>Motivația alegerii temei</vt:lpstr>
      <vt:lpstr>Obiectivele proiectului</vt:lpstr>
      <vt:lpstr>Evoluția proiectului</vt:lpstr>
      <vt:lpstr>Funcționalități finale</vt:lpstr>
      <vt:lpstr>Descriere generală a aplicației</vt:lpstr>
      <vt:lpstr>Arhitectura aplicației</vt:lpstr>
      <vt:lpstr>Strat algoritmic</vt:lpstr>
      <vt:lpstr>Algoritmul de detecție a coliziunilor</vt:lpstr>
      <vt:lpstr>Algoritmul de actualizare a jocului (Game Loop)</vt:lpstr>
      <vt:lpstr>Discretizare și afișare</vt:lpstr>
      <vt:lpstr>Interfața grafică &amp; Interacțiunea cu utilizatorul</vt:lpstr>
      <vt:lpstr>Modul de rulare</vt:lpstr>
      <vt:lpstr> Dependențele aplicației</vt:lpstr>
      <vt:lpstr>Concluzii</vt:lpstr>
      <vt:lpstr>MULȚUMIM!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Petronela-Adelina Hrițcu</dc:creator>
  <cp:lastModifiedBy>rickyysteam@gmail.com</cp:lastModifiedBy>
  <cp:revision>3</cp:revision>
  <dcterms:created xsi:type="dcterms:W3CDTF">2026-01-07T22:27:58Z</dcterms:created>
  <dcterms:modified xsi:type="dcterms:W3CDTF">2026-01-09T14:47:13Z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